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4" r:id="rId2"/>
    <p:sldId id="275" r:id="rId3"/>
    <p:sldId id="276" r:id="rId4"/>
    <p:sldId id="277" r:id="rId5"/>
    <p:sldId id="278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25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5D57DE-6F17-BDA5-D67D-EF03D74A5D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94" y="923906"/>
            <a:ext cx="11820611" cy="5010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960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F9518B-6F15-88B0-9FCB-DD2AE0559A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163" y="1597805"/>
            <a:ext cx="8329673" cy="3662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907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55C9AE-D561-53BD-BFB3-C7EF750BC9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6381" y="1314434"/>
            <a:ext cx="8639238" cy="4229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152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7F02E2-1561-5413-8657-D2DB7DD4CC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226" y="1428735"/>
            <a:ext cx="8091547" cy="4000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47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CA1CDE-4572-1B90-6947-8F5D445C1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8755" y="1104883"/>
            <a:ext cx="8734489" cy="4648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0769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OM SHAH</dc:creator>
  <cp:keywords/>
  <dc:description>generated using python-pptx</dc:description>
  <cp:lastModifiedBy>Om Prakash</cp:lastModifiedBy>
  <cp:revision>3</cp:revision>
  <dcterms:created xsi:type="dcterms:W3CDTF">2013-01-27T09:14:16Z</dcterms:created>
  <dcterms:modified xsi:type="dcterms:W3CDTF">2026-09-16T09:39:06Z</dcterms:modified>
  <cp:category/>
</cp:coreProperties>
</file>